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0D6EFD">
              <a:alpha val="22000"/>
            </a:srgbClr>
          </a:solidFill>
          <a:ln w="12700">
            <a:solidFill>
              <a:srgbClr val="0D6EFD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686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Illusion of Anonymity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Course Survey Reveals About Data Science Ethics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16459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Disraely Salazar  |  Data Analytics  |  triOS College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297680"/>
            <a:ext cx="1444752" cy="384048"/>
          </a:xfrm>
          <a:prstGeom prst="roundRect">
            <a:avLst>
              <a:gd name="adj" fmla="val 23810"/>
            </a:avLst>
          </a:prstGeom>
          <a:solidFill>
            <a:srgbClr val="0D6EFD">
              <a:alpha val="45000"/>
            </a:srgbClr>
          </a:solidFill>
          <a:ln w="12700">
            <a:solidFill>
              <a:srgbClr val="BFDBFE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2976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4297680"/>
            <a:ext cx="1444752" cy="384048"/>
          </a:xfrm>
          <a:prstGeom prst="roundRect">
            <a:avLst>
              <a:gd name="adj" fmla="val 23810"/>
            </a:avLst>
          </a:prstGeom>
          <a:solidFill>
            <a:srgbClr val="0D6EFD">
              <a:alpha val="45000"/>
            </a:srgbClr>
          </a:solidFill>
          <a:ln w="12700">
            <a:solidFill>
              <a:srgbClr val="BFDBFE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42976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85616" y="4297680"/>
            <a:ext cx="1444752" cy="384048"/>
          </a:xfrm>
          <a:prstGeom prst="roundRect">
            <a:avLst>
              <a:gd name="adj" fmla="val 23810"/>
            </a:avLst>
          </a:prstGeom>
          <a:solidFill>
            <a:srgbClr val="0D6EFD">
              <a:alpha val="45000"/>
            </a:srgbClr>
          </a:solidFill>
          <a:ln w="12700">
            <a:solidFill>
              <a:srgbClr val="BFDBFE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42976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Ethics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58384" y="4297680"/>
            <a:ext cx="1444752" cy="384048"/>
          </a:xfrm>
          <a:prstGeom prst="roundRect">
            <a:avLst>
              <a:gd name="adj" fmla="val 23810"/>
            </a:avLst>
          </a:prstGeom>
          <a:solidFill>
            <a:srgbClr val="0D6EFD">
              <a:alpha val="45000"/>
            </a:srgbClr>
          </a:solidFill>
          <a:ln w="12700">
            <a:solidFill>
              <a:srgbClr val="BFDBFE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58384" y="42976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31152" y="4297680"/>
            <a:ext cx="1444752" cy="384048"/>
          </a:xfrm>
          <a:prstGeom prst="roundRect">
            <a:avLst>
              <a:gd name="adj" fmla="val 23810"/>
            </a:avLst>
          </a:prstGeom>
          <a:solidFill>
            <a:srgbClr val="0D6EFD">
              <a:alpha val="45000"/>
            </a:srgbClr>
          </a:solidFill>
          <a:ln w="12700">
            <a:solidFill>
              <a:srgbClr val="BFDBFE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1152" y="42976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Bias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survey looks like: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Post-course survey of 10 questions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via a time-limited URL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login with username &amp; password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the course name — NOT the participant's name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promises: 'All answers will remain anonymous'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used by management to decide course redesigns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0" y="1005840"/>
            <a:ext cx="2926080" cy="36576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0" y="1005840"/>
            <a:ext cx="2926080" cy="43891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0058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SURVEY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97880" y="1554480"/>
            <a:ext cx="265176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Name: ________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97880" y="2103120"/>
            <a:ext cx="265176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How satisfied were you?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97880" y="2651760"/>
            <a:ext cx="265176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Rate the instructor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97880" y="3200400"/>
            <a:ext cx="2651760" cy="4572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Was content relevant?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3749040"/>
            <a:ext cx="2651760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3749040"/>
            <a:ext cx="265176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Anonymous — all answers private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Problem: A Broken Promise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749040" cy="320040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Claims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578608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answers will remain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anonymous. Your name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collected."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77640" y="2240280"/>
            <a:ext cx="1188720" cy="960120"/>
          </a:xfrm>
          <a:prstGeom prst="ellipse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224028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937760" y="1097280"/>
            <a:ext cx="3749040" cy="3200400"/>
          </a:xfrm>
          <a:prstGeom prst="roundRect">
            <a:avLst>
              <a:gd name="adj" fmla="val 5714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1887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4937760" y="2103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2578608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username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password required.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logs every session.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anonymity — it is the appearance of anonymity. That is the fundamental ethical failure.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Ethical Issues in the Survey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37490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261872"/>
            <a:ext cx="914400" cy="914400"/>
          </a:xfrm>
          <a:prstGeom prst="ellipse">
            <a:avLst/>
          </a:prstGeom>
          <a:solidFill>
            <a:srgbClr val="EF444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!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Anonymity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are promised anonymity but must log in with credentials. Responses are traceable via server logs — whether or not that is the intent.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37490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69080" y="1261872"/>
            <a:ext cx="914400" cy="91440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?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7889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is only valid when participants have accurate information. Calling a non-anonymous survey 'anonymous' makes consent fundamentally invalid.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374904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03720" y="1261872"/>
            <a:ext cx="914400" cy="914400"/>
          </a:xfrm>
          <a:prstGeom prst="ellipse">
            <a:avLst/>
          </a:prstGeom>
          <a:solidFill>
            <a:srgbClr val="0D6EFD"/>
          </a:solidFill>
          <a:ln w="25400">
            <a:solidFill>
              <a:srgbClr val="0D6E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~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Bias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7889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participants doubt anonymity, they give socially safe answers — not honest ones. The data is unreliable before the analyst even opens 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Anonymity vs. Pseudonymity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840480" cy="3246120"/>
          </a:xfrm>
          <a:prstGeom prst="roundRect">
            <a:avLst>
              <a:gd name="adj" fmla="val 4225"/>
            </a:avLst>
          </a:prstGeom>
          <a:solidFill>
            <a:srgbClr val="0D1117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ANONYMITY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required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cannot be linked to any individual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server-side identity tracking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re-identify — even later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600200"/>
            <a:ext cx="3840480" cy="3246120"/>
          </a:xfrm>
          <a:prstGeom prst="roundRect">
            <a:avLst>
              <a:gd name="adj" fmla="val 4225"/>
            </a:avLst>
          </a:prstGeom>
          <a:solidFill>
            <a:srgbClr val="0D1117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SURVEY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24028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username + password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logs every authenticated session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not asked — but trace exists in the system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Re-identification risk is real and persistent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Other Ethical Risks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27048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27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=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17957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Imbalance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surveyed by authority figures self-censor even when anonymity is genuine. Here it is not.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527048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527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-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0" y="117957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16002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practice collects only what is needed. A full login is excessive when only the course name is required.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493008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93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31455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Limitation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for course evaluation can be repurposed. Login records may be used differently by future leadership.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0233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493008"/>
            <a:ext cx="64008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493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?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69280" y="31455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Trust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0" y="356616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the survey was not truly anonymous damages trust needed for all future feedback collection.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risk compounds the others — together they undermine the entire purpose of the survey.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Recommendations to Management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143000"/>
            <a:ext cx="457200" cy="45720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9848" y="10607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Login Requirement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138988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randomized, cohort-specific URLs. Eliminate the identity link at the system level.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19656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1956816"/>
            <a:ext cx="457200" cy="45720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69848" y="1874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Anonymity Disclosure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9848" y="220370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login is unavoidable, label it 'confidential' and explain exactly who can access the data.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33472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2770632"/>
            <a:ext cx="457200" cy="45720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770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9848" y="268833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Auth from Responses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9848" y="30175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IT to ensure authentication logs have no technical bridge to survey response data.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47288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" y="3584448"/>
            <a:ext cx="457200" cy="45720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69848" y="35021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Availability Window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9848" y="383133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window creates pressure and sampling bias — allow at least 48–72 hours.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61104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4398264"/>
            <a:ext cx="457200" cy="457200"/>
          </a:xfrm>
          <a:prstGeom prst="ellipse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69848" y="43159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Genuine Consent Statement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69848" y="464515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Q1, show what data is collected, retention period, and who sees it — with option to decline.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When Management Refuses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ethical analyst still has options — and obligations.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0D1117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208483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 Writing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61872" y="206654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formal concerns via email or memo. The record shows the decision was management's, not yours.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0D1117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10912" y="2084832"/>
            <a:ext cx="502920" cy="50292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50992" y="16459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the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50992" y="206654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to produce insights from data collected under false pretenses. State your reasons clearly.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0D1117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822192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33832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Internally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61872" y="380390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issue to HR, compliance, or an ethics committee — this is governance, not defiance.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291840"/>
            <a:ext cx="4023360" cy="1554480"/>
          </a:xfrm>
          <a:prstGeom prst="roundRect">
            <a:avLst>
              <a:gd name="adj" fmla="val 8824"/>
            </a:avLst>
          </a:prstGeom>
          <a:solidFill>
            <a:srgbClr val="0D1117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10912" y="3822192"/>
            <a:ext cx="502920" cy="5029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50992" y="33832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Professional Standards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50992" y="380390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ACM or Data Science Association ethics codes to ground your position in established norms.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3E"/>
          </a:solidFill>
          <a:ln w="12700">
            <a:solidFill>
              <a:srgbClr val="1A1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Ethics Concepts in This Case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841248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24128"/>
            <a:ext cx="2011680" cy="694944"/>
          </a:xfrm>
          <a:prstGeom prst="roundRect">
            <a:avLst>
              <a:gd name="adj" fmla="val 1315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1115568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link a response to a person — technically or procedurally. Not what this survey provides.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19656"/>
            <a:ext cx="841248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19656"/>
            <a:ext cx="2011680" cy="694944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19656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1911096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must have accurate information about data collection to give meaningful consent.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15184"/>
            <a:ext cx="841248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15184"/>
            <a:ext cx="2011680" cy="694944"/>
          </a:xfrm>
          <a:prstGeom prst="roundRect">
            <a:avLst>
              <a:gd name="adj" fmla="val 1315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15184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706624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only what you need for the stated purpose. A full login is excessive for a course-name survey.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410712"/>
            <a:ext cx="841248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410712"/>
            <a:ext cx="2011680" cy="694944"/>
          </a:xfrm>
          <a:prstGeom prst="roundRect">
            <a:avLst>
              <a:gd name="adj" fmla="val 13158"/>
            </a:avLst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10712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Limitation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3502152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for one reason must not be repurposed without disclosure and renewed consent.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841248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206240"/>
            <a:ext cx="2011680" cy="694944"/>
          </a:xfrm>
          <a:prstGeom prst="roundRect">
            <a:avLst>
              <a:gd name="adj" fmla="val 1315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06240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Bias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14600" y="4297680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anonymity is doubted, participants self-censor — making the data misleading from the start.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D6EFD">
              <a:alpha val="18000"/>
            </a:srgbClr>
          </a:solidFill>
          <a:ln w="12700">
            <a:solidFill>
              <a:srgbClr val="0D6EFD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474720"/>
            <a:ext cx="3200400" cy="320040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Anonymity Is Not a Label.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Design Commitment.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132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data starts with ethical collection. When the foundation is compromised, no amount of analytical sophistication fixes what follows.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data professionals, we have both the responsibility and the standing to say so — clearly, in writing, and more than once.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7863840" cy="548640"/>
          </a:xfrm>
          <a:prstGeom prst="roundRect">
            <a:avLst>
              <a:gd name="adj" fmla="val 16667"/>
            </a:avLst>
          </a:prstGeom>
          <a:solidFill>
            <a:srgbClr val="00B4D8">
              <a:alpha val="2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Disraely Salazar  |  Data Analytics  |  triOS College  |  disrael2021@gmail.com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Illusion of Anonymity</dc:title>
  <dc:subject>PptxGenJS Presentation</dc:subject>
  <dc:creator>Disraely Salazar</dc:creator>
  <cp:lastModifiedBy>Disraely Salazar</cp:lastModifiedBy>
  <cp:revision>1</cp:revision>
  <dcterms:created xsi:type="dcterms:W3CDTF">2026-07-08T01:34:28Z</dcterms:created>
  <dcterms:modified xsi:type="dcterms:W3CDTF">2026-07-08T01:34:28Z</dcterms:modified>
</cp:coreProperties>
</file>